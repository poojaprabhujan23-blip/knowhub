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78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599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KnowHub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4158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web-based </a:t>
            </a:r>
            <a:r>
              <a:rPr lang="en-US" sz="11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Knowledge Management System</a:t>
            </a: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built on the MERN stack — designed to store, organize, search, and share knowledge resources in one centralized platform for organizations and educational institutions.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86261"/>
            <a:ext cx="904280" cy="266402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28752"/>
            <a:ext cx="7341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MERN STACK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00240" y="3181499"/>
            <a:ext cx="135113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C49F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90058" y="3228752"/>
            <a:ext cx="117150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ROLE-BASED ACCESS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22219" y="3181499"/>
            <a:ext cx="80739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C49F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2037" y="3228752"/>
            <a:ext cx="62775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0946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6505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 many organizations, knowledge is scattered across </a:t>
            </a:r>
            <a:r>
              <a:rPr lang="en-US" sz="11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folders, emails, chats, and local drives</a:t>
            </a: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making it difficult to search, reuse, and collaborate effectively.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204963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3467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Duplication of Effort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653233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Teams recreate work already done because existing knowledge is hard to find.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204963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373433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3467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Poor Collaboration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653233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Siloed information prevents effective teamwork and knowledge sharing.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617193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73433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7589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Wasted Time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406546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Employees spend excessive time searching instead of producing.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38063"/>
            <a:ext cx="4126557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KnowHub's Solution &amp; Objectives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911275"/>
            <a:ext cx="4872782" cy="276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98579" y="2055242"/>
            <a:ext cx="249912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KnowHub provides a </a:t>
            </a:r>
            <a:r>
              <a:rPr lang="en-US" sz="8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single platform</a:t>
            </a: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where authorized users can upload, search, view, discuss, and manage knowledge resources efficiently.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35" y="3870573"/>
            <a:ext cx="166092" cy="1660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0779" y="3867150"/>
            <a:ext cx="139771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Repository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110779" y="4092029"/>
            <a:ext cx="340712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One place for all knowledge resources.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548" y="3870573"/>
            <a:ext cx="166092" cy="1660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85891" y="3867150"/>
            <a:ext cx="179166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Easy Categorization &amp; Search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985891" y="4092029"/>
            <a:ext cx="340712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Locate documents by keyword, tag, or category.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35" y="4426223"/>
            <a:ext cx="166092" cy="1660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0779" y="4422800"/>
            <a:ext cx="15647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Role-Based Collaboration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110779" y="4647679"/>
            <a:ext cx="340712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Secure, controlled access for all user types.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7548" y="4426223"/>
            <a:ext cx="166092" cy="1660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85891" y="442280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Activity Tracking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4985891" y="4647679"/>
            <a:ext cx="340712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 user contributions and engagement.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3845"/>
            <a:ext cx="32672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Modules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53182"/>
            <a:ext cx="8229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KnowHub is organized into six core modules covering the full knowledge lifecycle.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1389534"/>
            <a:ext cx="261342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349" y="180141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Authentication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349" y="2077789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Registration, login, JWT auth, and role-based access (Admin / Contributor / Viewer).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233" y="1389534"/>
            <a:ext cx="261342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7233" y="180141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Knowledge Repository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47233" y="2077789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Upload, store, view, download, and delete resources (PDFs, PPTs, videos, notes).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349" y="2720429"/>
            <a:ext cx="261342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349" y="313231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Search &amp; Filter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349" y="3408685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Locate resources by keyword, topic, tags, author, or category.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233" y="2720429"/>
            <a:ext cx="261342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7233" y="313231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Discussion Forum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47233" y="3408685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Comment on resources and exchange ideas with team members.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349" y="3850481"/>
            <a:ext cx="261342" cy="2613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349" y="426236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57349" y="4538737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Track views, downloads, uploads, and top contributors.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233" y="3850481"/>
            <a:ext cx="261342" cy="2613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7233" y="426236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Panel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47233" y="4538737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 users, categories, permissions, and content moderation.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366541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Three-Tier MERN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3364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KnowHub follows a standard three-tier architecture — separating presentation, application, and data layers for easier development, testing, and scaling.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6392" y="1754758"/>
            <a:ext cx="3538463" cy="635719"/>
          </a:xfrm>
          <a:prstGeom prst="roundRect">
            <a:avLst>
              <a:gd name="adj" fmla="val 10788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692104" y="1754758"/>
            <a:ext cx="57150" cy="635719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8" name="Text 4"/>
          <p:cNvSpPr/>
          <p:nvPr/>
        </p:nvSpPr>
        <p:spPr>
          <a:xfrm>
            <a:off x="4869805" y="187530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69805" y="2121098"/>
            <a:ext cx="32544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React.js — renders UI, accepts input, sends API requests.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6392" y="2470175"/>
            <a:ext cx="3538463" cy="784547"/>
          </a:xfrm>
          <a:prstGeom prst="roundRect">
            <a:avLst>
              <a:gd name="adj" fmla="val 8741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92104" y="2470175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12" name="Text 8"/>
          <p:cNvSpPr/>
          <p:nvPr/>
        </p:nvSpPr>
        <p:spPr>
          <a:xfrm>
            <a:off x="4869805" y="259072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69805" y="2836515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Node.js + Express.js — handles business logic, validation, and role-based access control.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706392" y="3334420"/>
            <a:ext cx="3538463" cy="784547"/>
          </a:xfrm>
          <a:prstGeom prst="roundRect">
            <a:avLst>
              <a:gd name="adj" fmla="val 8741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92104" y="3334420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16" name="Text 12"/>
          <p:cNvSpPr/>
          <p:nvPr/>
        </p:nvSpPr>
        <p:spPr>
          <a:xfrm>
            <a:off x="4869805" y="345497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69805" y="3700760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MongoDB — stores users, resources, comments, categories, and activity logs.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5341" y="1902189"/>
            <a:ext cx="407584" cy="4075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2209" y="3275494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Return Response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200" y="1902953"/>
            <a:ext cx="407584" cy="4075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Read/Write DB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442" y="1902953"/>
            <a:ext cx="407584" cy="4075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10540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Validate &amp; Auth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9683" y="1902953"/>
            <a:ext cx="407584" cy="40758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518781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Send Request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9772" y="1902953"/>
            <a:ext cx="407584" cy="4075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94415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React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architecture supports </a:t>
            </a:r>
            <a:r>
              <a:rPr lang="en-US" sz="11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role-based access</a:t>
            </a: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ensuring users with different permissions interact with the system safely and appropriately.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592" y="285006"/>
            <a:ext cx="25473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Administrator Module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56592" y="713184"/>
            <a:ext cx="500181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Admin module provides </a:t>
            </a:r>
            <a:r>
              <a:rPr lang="en-US" sz="8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complete control</a:t>
            </a: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over resources, users, analytics, and system configuration.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56592" y="935608"/>
            <a:ext cx="5001816" cy="925785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6" name="Shape 3"/>
          <p:cNvSpPr/>
          <p:nvPr/>
        </p:nvSpPr>
        <p:spPr>
          <a:xfrm>
            <a:off x="458465" y="1037481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C49F8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479" y="1121494"/>
            <a:ext cx="137517" cy="1375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8465" y="1416323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Resource Lifecycle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8465" y="1619473"/>
            <a:ext cx="479807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 upload, update, and deletion of all resources.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56592" y="1934617"/>
            <a:ext cx="5001816" cy="925785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11" name="Shape 7"/>
          <p:cNvSpPr/>
          <p:nvPr/>
        </p:nvSpPr>
        <p:spPr>
          <a:xfrm>
            <a:off x="458465" y="2036490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C49F8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479" y="2120503"/>
            <a:ext cx="137517" cy="1375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8465" y="241533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Administration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8465" y="2618482"/>
            <a:ext cx="479807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Administer accounts, roles, and permissions.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56592" y="2933626"/>
            <a:ext cx="5001816" cy="925785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16" name="Shape 11"/>
          <p:cNvSpPr/>
          <p:nvPr/>
        </p:nvSpPr>
        <p:spPr>
          <a:xfrm>
            <a:off x="458465" y="3035498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C49F8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479" y="3119512"/>
            <a:ext cx="137517" cy="1375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8465" y="3414340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Analytics &amp; Reports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58465" y="3617491"/>
            <a:ext cx="479807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View download activity, usage stats, and system reports.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356592" y="3932634"/>
            <a:ext cx="5001816" cy="925785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21" name="Shape 15"/>
          <p:cNvSpPr/>
          <p:nvPr/>
        </p:nvSpPr>
        <p:spPr>
          <a:xfrm>
            <a:off x="458465" y="4034507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C49F8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479" y="4118521"/>
            <a:ext cx="137517" cy="13751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8465" y="4413349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Comment Moderation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8465" y="4616500"/>
            <a:ext cx="479807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Oversee and moderate discussion threads across resources.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86135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 API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50578"/>
            <a:ext cx="82136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KnowHub exposes RESTful APIs using standard HTTP methods across four modules.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5162" y="1396678"/>
            <a:ext cx="8213675" cy="2678311"/>
          </a:xfrm>
          <a:prstGeom prst="roundRect">
            <a:avLst>
              <a:gd name="adj" fmla="val 74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2903" y="1480914"/>
            <a:ext cx="9623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35869" y="1480914"/>
            <a:ext cx="260084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Endpoint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7285" y="1480914"/>
            <a:ext cx="21906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68530" y="1480914"/>
            <a:ext cx="137264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2903" y="1850603"/>
            <a:ext cx="9623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35869" y="1850603"/>
            <a:ext cx="260084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7285" y="1850603"/>
            <a:ext cx="21906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 new user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68530" y="1850603"/>
            <a:ext cx="137264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Public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2903" y="2234580"/>
            <a:ext cx="9623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35869" y="2234580"/>
            <a:ext cx="260084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7285" y="2234580"/>
            <a:ext cx="21906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login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68530" y="2234580"/>
            <a:ext cx="137264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Public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2903" y="2618556"/>
            <a:ext cx="9623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35869" y="2618556"/>
            <a:ext cx="260084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7285" y="2618556"/>
            <a:ext cx="21906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Upload resource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68530" y="2618556"/>
            <a:ext cx="137264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Contributor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2903" y="3002533"/>
            <a:ext cx="9623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DELETE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35869" y="3002533"/>
            <a:ext cx="260084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/api/resources/:id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7285" y="3002533"/>
            <a:ext cx="21906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Delete resource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68530" y="3002533"/>
            <a:ext cx="137264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2903" y="3386510"/>
            <a:ext cx="9623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35869" y="3386510"/>
            <a:ext cx="260084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/api/categories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7285" y="3386510"/>
            <a:ext cx="21906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 category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68530" y="3386510"/>
            <a:ext cx="137264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2903" y="3770486"/>
            <a:ext cx="96239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35869" y="3770486"/>
            <a:ext cx="2600846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/api/comments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7285" y="3770486"/>
            <a:ext cx="21906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 comment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68530" y="3770486"/>
            <a:ext cx="137264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Authenticated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5162" y="4215110"/>
            <a:ext cx="8213675" cy="542255"/>
          </a:xfrm>
          <a:prstGeom prst="roundRect">
            <a:avLst>
              <a:gd name="adj" fmla="val 3677"/>
            </a:avLst>
          </a:prstGeom>
          <a:solidFill>
            <a:srgbClr val="022349"/>
          </a:solidFill>
          <a:ln/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4403006"/>
            <a:ext cx="166092" cy="132904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97062" y="4372868"/>
            <a:ext cx="764887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Error Responses:</a:t>
            </a:r>
            <a:r>
              <a:rPr lang="en-US" sz="100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400 Bad Request · 401 Unauthorized · 403 Forbidden · 404 Not Found · 500 Internal Server Error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51222"/>
            <a:ext cx="2814340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Model &amp; Relationships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438721" y="2079724"/>
            <a:ext cx="302255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Five MongoDB collections form the data backbone of KnowHub, linked through foreign-key relationships.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491" y="687586"/>
            <a:ext cx="3022550" cy="30225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491" y="687586"/>
            <a:ext cx="3022550" cy="30225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38721" y="3840956"/>
            <a:ext cx="1523033" cy="496565"/>
          </a:xfrm>
          <a:prstGeom prst="roundRect">
            <a:avLst>
              <a:gd name="adj" fmla="val 2743"/>
            </a:avLst>
          </a:prstGeom>
          <a:solidFill>
            <a:srgbClr val="464342"/>
          </a:solidFill>
          <a:ln w="9525">
            <a:solidFill>
              <a:srgbClr val="504D4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39032" y="3941266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539032" y="4118074"/>
            <a:ext cx="1322412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Accounts, roles, status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019871" y="3840956"/>
            <a:ext cx="1523033" cy="496565"/>
          </a:xfrm>
          <a:prstGeom prst="roundRect">
            <a:avLst>
              <a:gd name="adj" fmla="val 2743"/>
            </a:avLst>
          </a:prstGeom>
          <a:solidFill>
            <a:srgbClr val="464342"/>
          </a:solidFill>
          <a:ln w="9525">
            <a:solidFill>
              <a:srgbClr val="504D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20182" y="3941266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RESOURCE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120182" y="4118074"/>
            <a:ext cx="1322412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Documents, metadata, file URLs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4601021" y="3840956"/>
            <a:ext cx="1523033" cy="496565"/>
          </a:xfrm>
          <a:prstGeom prst="roundRect">
            <a:avLst>
              <a:gd name="adj" fmla="val 2743"/>
            </a:avLst>
          </a:prstGeom>
          <a:solidFill>
            <a:srgbClr val="464342"/>
          </a:solidFill>
          <a:ln w="9525">
            <a:solidFill>
              <a:srgbClr val="504D4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1332" y="3941266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01332" y="4118074"/>
            <a:ext cx="1322412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Resource classification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6182171" y="3840956"/>
            <a:ext cx="1523107" cy="496565"/>
          </a:xfrm>
          <a:prstGeom prst="roundRect">
            <a:avLst>
              <a:gd name="adj" fmla="val 2743"/>
            </a:avLst>
          </a:prstGeom>
          <a:solidFill>
            <a:srgbClr val="464342"/>
          </a:solidFill>
          <a:ln w="9525">
            <a:solidFill>
              <a:srgbClr val="504D4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82482" y="3941266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COMMENT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282482" y="4118074"/>
            <a:ext cx="132248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Discussion threads &amp; replies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1438721" y="4395639"/>
            <a:ext cx="6266557" cy="496565"/>
          </a:xfrm>
          <a:prstGeom prst="roundRect">
            <a:avLst>
              <a:gd name="adj" fmla="val 2743"/>
            </a:avLst>
          </a:prstGeom>
          <a:solidFill>
            <a:srgbClr val="464342"/>
          </a:solidFill>
          <a:ln w="9525">
            <a:solidFill>
              <a:srgbClr val="504D4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539032" y="4495949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ACTIVITY_LOG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539032" y="4672757"/>
            <a:ext cx="606593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Views, downloads, uploads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635496"/>
            <a:ext cx="4681984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Roadmap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0640" y="1264146"/>
            <a:ext cx="4753719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KnowHub delivers a </a:t>
            </a:r>
            <a:r>
              <a:rPr lang="en-US" sz="10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production-ready knowledge management system</a:t>
            </a: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using MERN stack architecture — successfully implementing secure authentication, resource sharing, interactive commenting, and comprehensive analytics through well-designed UML diagrams (use case, class, sequence, activity, DFD).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0640" y="2495401"/>
            <a:ext cx="4753719" cy="2012603"/>
          </a:xfrm>
          <a:prstGeom prst="roundRect">
            <a:avLst>
              <a:gd name="adj" fmla="val 1024"/>
            </a:avLst>
          </a:prstGeom>
          <a:solidFill>
            <a:srgbClr val="373433"/>
          </a:solidFill>
          <a:ln/>
        </p:spPr>
      </p:sp>
      <p:sp>
        <p:nvSpPr>
          <p:cNvPr id="6" name="Shape 3"/>
          <p:cNvSpPr/>
          <p:nvPr/>
        </p:nvSpPr>
        <p:spPr>
          <a:xfrm>
            <a:off x="480640" y="2495401"/>
            <a:ext cx="4753719" cy="1006301"/>
          </a:xfrm>
          <a:prstGeom prst="roundRect">
            <a:avLst>
              <a:gd name="adj" fmla="val 2047"/>
            </a:avLst>
          </a:prstGeom>
          <a:solidFill>
            <a:srgbClr val="373433"/>
          </a:solidFill>
          <a:ln/>
        </p:spPr>
      </p:sp>
      <p:sp>
        <p:nvSpPr>
          <p:cNvPr id="7" name="Text 4"/>
          <p:cNvSpPr/>
          <p:nvPr/>
        </p:nvSpPr>
        <p:spPr>
          <a:xfrm>
            <a:off x="617934" y="2632695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Delivered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7934" y="2931765"/>
            <a:ext cx="447913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auth, resource sharing, commenting, analytics, and full UML documentation.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640" y="3501703"/>
            <a:ext cx="4753719" cy="1006301"/>
          </a:xfrm>
          <a:prstGeom prst="rect">
            <a:avLst/>
          </a:prstGeom>
          <a:solidFill>
            <a:srgbClr val="373433"/>
          </a:solidFill>
          <a:ln/>
        </p:spPr>
      </p:sp>
      <p:sp>
        <p:nvSpPr>
          <p:cNvPr id="10" name="Shape 7"/>
          <p:cNvSpPr/>
          <p:nvPr/>
        </p:nvSpPr>
        <p:spPr>
          <a:xfrm>
            <a:off x="480640" y="3501703"/>
            <a:ext cx="4753719" cy="19050"/>
          </a:xfrm>
          <a:prstGeom prst="roundRect">
            <a:avLst>
              <a:gd name="adj" fmla="val 108139"/>
            </a:avLst>
          </a:prstGeom>
          <a:solidFill>
            <a:srgbClr val="504D4C"/>
          </a:solidFill>
          <a:ln/>
        </p:spPr>
      </p:sp>
      <p:sp>
        <p:nvSpPr>
          <p:cNvPr id="11" name="Text 8"/>
          <p:cNvSpPr/>
          <p:nvPr/>
        </p:nvSpPr>
        <p:spPr>
          <a:xfrm>
            <a:off x="617934" y="3638996"/>
            <a:ext cx="1716658" cy="2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 Up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7934" y="3938067"/>
            <a:ext cx="447913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collaboration features and AI-powered content recommendations.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Gelasio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Pooja Prabhu</cp:lastModifiedBy>
  <cp:revision>2</cp:revision>
  <dcterms:created xsi:type="dcterms:W3CDTF">2026-05-10T11:15:12Z</dcterms:created>
  <dcterms:modified xsi:type="dcterms:W3CDTF">2026-05-18T04:22:04Z</dcterms:modified>
</cp:coreProperties>
</file>